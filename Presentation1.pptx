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42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820" y="-1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2062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88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00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882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3046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37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905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2249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6288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2977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725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E8152C-ED2F-42FA-95EA-8194DF3942B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77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9D226-5505-49DB-C62A-A3301D6BC388}"/>
              </a:ext>
            </a:extLst>
          </p:cNvPr>
          <p:cNvSpPr txBox="1"/>
          <p:nvPr/>
        </p:nvSpPr>
        <p:spPr>
          <a:xfrm>
            <a:off x="5952067" y="2792514"/>
            <a:ext cx="1607608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3" dirty="0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0CC2E3-CE4F-8987-D7C5-61414BD5939C}"/>
              </a:ext>
            </a:extLst>
          </p:cNvPr>
          <p:cNvSpPr txBox="1"/>
          <p:nvPr/>
        </p:nvSpPr>
        <p:spPr>
          <a:xfrm>
            <a:off x="1921933" y="3603576"/>
            <a:ext cx="4157134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3" dirty="0" err="1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toname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49A9FE-05E3-695D-48FE-CF09171F529E}"/>
              </a:ext>
            </a:extLst>
          </p:cNvPr>
          <p:cNvSpPr txBox="1"/>
          <p:nvPr/>
        </p:nvSpPr>
        <p:spPr>
          <a:xfrm>
            <a:off x="2527301" y="4034390"/>
            <a:ext cx="1473199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 err="1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phno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8A31CE-CB98-51B7-0B0A-DB5B949ACE42}"/>
              </a:ext>
            </a:extLst>
          </p:cNvPr>
          <p:cNvSpPr txBox="1"/>
          <p:nvPr/>
        </p:nvSpPr>
        <p:spPr>
          <a:xfrm>
            <a:off x="4889500" y="4015821"/>
            <a:ext cx="2125134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 err="1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aadharno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C87A61-4C64-633C-FCB3-8AC7805B6DCF}"/>
              </a:ext>
            </a:extLst>
          </p:cNvPr>
          <p:cNvSpPr txBox="1"/>
          <p:nvPr/>
        </p:nvSpPr>
        <p:spPr>
          <a:xfrm>
            <a:off x="5139267" y="4428067"/>
            <a:ext cx="1926167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ap1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D6642-DCDD-BBC3-1BEB-A34ADF6581F8}"/>
              </a:ext>
            </a:extLst>
          </p:cNvPr>
          <p:cNvSpPr txBox="1"/>
          <p:nvPr/>
        </p:nvSpPr>
        <p:spPr>
          <a:xfrm>
            <a:off x="2142068" y="4917522"/>
            <a:ext cx="1803400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ap2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67B0E9-86BA-3B46-4262-2D2118366D97}"/>
              </a:ext>
            </a:extLst>
          </p:cNvPr>
          <p:cNvSpPr txBox="1"/>
          <p:nvPr/>
        </p:nvSpPr>
        <p:spPr>
          <a:xfrm>
            <a:off x="2370668" y="6301318"/>
            <a:ext cx="4643966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 err="1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aptdas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458511-FDAD-FB43-52CC-B9495AEBFA0C}"/>
              </a:ext>
            </a:extLst>
          </p:cNvPr>
          <p:cNvSpPr txBox="1"/>
          <p:nvPr/>
        </p:nvSpPr>
        <p:spPr>
          <a:xfrm>
            <a:off x="1921933" y="2722133"/>
            <a:ext cx="2513063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3" dirty="0" err="1">
                <a:latin typeface="Arial" panose="020B0604020202020204" pitchFamily="34" charset="0"/>
                <a:cs typeface="Arial" panose="020B0604020202020204" pitchFamily="34" charset="0"/>
              </a:rPr>
              <a:t>idno</a:t>
            </a:r>
            <a:endParaRPr lang="en-IN" sz="1263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180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</TotalTime>
  <Words>8</Words>
  <Application>Microsoft Office PowerPoint</Application>
  <PresentationFormat>Custom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Mani Modala</dc:creator>
  <cp:lastModifiedBy>Mani Modala</cp:lastModifiedBy>
  <cp:revision>3</cp:revision>
  <dcterms:created xsi:type="dcterms:W3CDTF">2025-11-08T07:55:55Z</dcterms:created>
  <dcterms:modified xsi:type="dcterms:W3CDTF">2025-11-08T13:25:30Z</dcterms:modified>
</cp:coreProperties>
</file>