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42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228" y="-1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8152C-ED2F-42FA-95EA-8194DF3942BF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999DF-7277-4318-BAF9-17702C0FB2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20625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8152C-ED2F-42FA-95EA-8194DF3942BF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999DF-7277-4318-BAF9-17702C0FB2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788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/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75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8152C-ED2F-42FA-95EA-8194DF3942BF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999DF-7277-4318-BAF9-17702C0FB2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00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8152C-ED2F-42FA-95EA-8194DF3942BF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999DF-7277-4318-BAF9-17702C0FB2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8827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8152C-ED2F-42FA-95EA-8194DF3942BF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999DF-7277-4318-BAF9-17702C0FB2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30460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8152C-ED2F-42FA-95EA-8194DF3942BF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999DF-7277-4318-BAF9-17702C0FB2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37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8152C-ED2F-42FA-95EA-8194DF3942BF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999DF-7277-4318-BAF9-17702C0FB2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905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8152C-ED2F-42FA-95EA-8194DF3942BF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999DF-7277-4318-BAF9-17702C0FB2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2249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8152C-ED2F-42FA-95EA-8194DF3942BF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999DF-7277-4318-BAF9-17702C0FB2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6288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8152C-ED2F-42FA-95EA-8194DF3942BF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999DF-7277-4318-BAF9-17702C0FB2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2977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8152C-ED2F-42FA-95EA-8194DF3942BF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999DF-7277-4318-BAF9-17702C0FB2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4725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E8152C-ED2F-42FA-95EA-8194DF3942BF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2999DF-7277-4318-BAF9-17702C0FB21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4776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9D226-5505-49DB-C62A-A3301D6BC388}"/>
              </a:ext>
            </a:extLst>
          </p:cNvPr>
          <p:cNvSpPr txBox="1"/>
          <p:nvPr/>
        </p:nvSpPr>
        <p:spPr>
          <a:xfrm>
            <a:off x="5952067" y="2792514"/>
            <a:ext cx="1607608" cy="2866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63" dirty="0">
                <a:solidFill>
                  <a:srgbClr val="3F427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date</a:t>
            </a:r>
            <a:endParaRPr lang="en-IN" sz="1263" dirty="0">
              <a:solidFill>
                <a:srgbClr val="3F427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0CC2E3-CE4F-8987-D7C5-61414BD5939C}"/>
              </a:ext>
            </a:extLst>
          </p:cNvPr>
          <p:cNvSpPr txBox="1"/>
          <p:nvPr/>
        </p:nvSpPr>
        <p:spPr>
          <a:xfrm>
            <a:off x="2181013" y="3404167"/>
            <a:ext cx="4157134" cy="2866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63" dirty="0" err="1">
                <a:solidFill>
                  <a:srgbClr val="3F427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toname</a:t>
            </a:r>
            <a:endParaRPr lang="en-IN" sz="1263" dirty="0">
              <a:solidFill>
                <a:srgbClr val="3F427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49A9FE-05E3-695D-48FE-CF09171F529E}"/>
              </a:ext>
            </a:extLst>
          </p:cNvPr>
          <p:cNvSpPr txBox="1"/>
          <p:nvPr/>
        </p:nvSpPr>
        <p:spPr>
          <a:xfrm>
            <a:off x="2527301" y="4034390"/>
            <a:ext cx="1473199" cy="2866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63" dirty="0" err="1">
                <a:solidFill>
                  <a:srgbClr val="3F427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phno</a:t>
            </a:r>
            <a:endParaRPr lang="en-IN" sz="1263" dirty="0">
              <a:solidFill>
                <a:srgbClr val="3F427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8A31CE-CB98-51B7-0B0A-DB5B949ACE42}"/>
              </a:ext>
            </a:extLst>
          </p:cNvPr>
          <p:cNvSpPr txBox="1"/>
          <p:nvPr/>
        </p:nvSpPr>
        <p:spPr>
          <a:xfrm>
            <a:off x="4889500" y="4015821"/>
            <a:ext cx="2125134" cy="2866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63" dirty="0" err="1">
                <a:solidFill>
                  <a:srgbClr val="3F427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aadharno</a:t>
            </a:r>
            <a:endParaRPr lang="en-IN" sz="1263" dirty="0">
              <a:solidFill>
                <a:srgbClr val="3F427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C87A61-4C64-633C-FCB3-8AC7805B6DCF}"/>
              </a:ext>
            </a:extLst>
          </p:cNvPr>
          <p:cNvSpPr txBox="1"/>
          <p:nvPr/>
        </p:nvSpPr>
        <p:spPr>
          <a:xfrm>
            <a:off x="5139267" y="4428067"/>
            <a:ext cx="1926167" cy="2866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63" dirty="0">
                <a:solidFill>
                  <a:srgbClr val="3F427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ap1</a:t>
            </a:r>
            <a:endParaRPr lang="en-IN" sz="1263" dirty="0">
              <a:solidFill>
                <a:srgbClr val="3F427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BD6642-DCDD-BBC3-1BEB-A34ADF6581F8}"/>
              </a:ext>
            </a:extLst>
          </p:cNvPr>
          <p:cNvSpPr txBox="1"/>
          <p:nvPr/>
        </p:nvSpPr>
        <p:spPr>
          <a:xfrm>
            <a:off x="1940560" y="4714749"/>
            <a:ext cx="2020148" cy="2866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63">
                <a:solidFill>
                  <a:srgbClr val="3F427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ap2</a:t>
            </a:r>
            <a:endParaRPr lang="en-US" sz="1263" dirty="0">
              <a:solidFill>
                <a:srgbClr val="3F427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67B0E9-86BA-3B46-4262-2D2118366D97}"/>
              </a:ext>
            </a:extLst>
          </p:cNvPr>
          <p:cNvSpPr txBox="1"/>
          <p:nvPr/>
        </p:nvSpPr>
        <p:spPr>
          <a:xfrm>
            <a:off x="2370668" y="6301318"/>
            <a:ext cx="4643966" cy="2866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63" dirty="0" err="1">
                <a:solidFill>
                  <a:srgbClr val="3F427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aptdas</a:t>
            </a:r>
            <a:endParaRPr lang="en-IN" sz="1263" dirty="0">
              <a:solidFill>
                <a:srgbClr val="3F427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551057-DC24-EC4A-E747-4C5DF0376BC7}"/>
              </a:ext>
            </a:extLst>
          </p:cNvPr>
          <p:cNvSpPr txBox="1"/>
          <p:nvPr/>
        </p:nvSpPr>
        <p:spPr>
          <a:xfrm>
            <a:off x="2094652" y="3601798"/>
            <a:ext cx="4326467" cy="2866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63" dirty="0">
                <a:solidFill>
                  <a:srgbClr val="3F427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address</a:t>
            </a:r>
            <a:endParaRPr lang="en-IN" sz="1263" dirty="0">
              <a:solidFill>
                <a:srgbClr val="3F427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4180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200</TotalTime>
  <Words>8</Words>
  <Application>Microsoft Office PowerPoint</Application>
  <PresentationFormat>Custom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Mani Modala</dc:creator>
  <cp:lastModifiedBy>Mani Modala</cp:lastModifiedBy>
  <cp:revision>6</cp:revision>
  <dcterms:created xsi:type="dcterms:W3CDTF">2025-11-08T07:55:55Z</dcterms:created>
  <dcterms:modified xsi:type="dcterms:W3CDTF">2025-11-10T10:12:41Z</dcterms:modified>
</cp:coreProperties>
</file>