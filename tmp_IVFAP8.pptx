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42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16" y="-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06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8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827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4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0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24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288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97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2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8152C-ED2F-42FA-95EA-8194DF3942B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999DF-7277-4318-BAF9-17702C0FB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7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39D226-5505-49DB-C62A-A3301D6BC388}"/>
              </a:ext>
            </a:extLst>
          </p:cNvPr>
          <p:cNvSpPr txBox="1"/>
          <p:nvPr/>
        </p:nvSpPr>
        <p:spPr>
          <a:xfrm>
            <a:off x="5952067" y="2792514"/>
            <a:ext cx="1607608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3" dirty="0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14-11-2025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CC2E3-CE4F-8987-D7C5-61414BD5939C}"/>
              </a:ext>
            </a:extLst>
          </p:cNvPr>
          <p:cNvSpPr txBox="1"/>
          <p:nvPr/>
        </p:nvSpPr>
        <p:spPr>
          <a:xfrm>
            <a:off x="2181013" y="3404167"/>
            <a:ext cx="4157134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3" dirty="0" err="1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Modala Nemali Manikumar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9A9FE-05E3-695D-48FE-CF09171F529E}"/>
              </a:ext>
            </a:extLst>
          </p:cNvPr>
          <p:cNvSpPr txBox="1"/>
          <p:nvPr/>
        </p:nvSpPr>
        <p:spPr>
          <a:xfrm>
            <a:off x="2527301" y="4034390"/>
            <a:ext cx="1473199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 err="1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9177716779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A31CE-CB98-51B7-0B0A-DB5B949ACE42}"/>
              </a:ext>
            </a:extLst>
          </p:cNvPr>
          <p:cNvSpPr txBox="1"/>
          <p:nvPr/>
        </p:nvSpPr>
        <p:spPr>
          <a:xfrm>
            <a:off x="4889500" y="4015821"/>
            <a:ext cx="2125134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 err="1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275109710402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C87A61-4C64-633C-FCB3-8AC7805B6DCF}"/>
              </a:ext>
            </a:extLst>
          </p:cNvPr>
          <p:cNvSpPr txBox="1"/>
          <p:nvPr/>
        </p:nvSpPr>
        <p:spPr>
          <a:xfrm>
            <a:off x="5139267" y="4428067"/>
            <a:ext cx="2020148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YUVAJANA VIBHAG DISTRICT MEMBER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D6642-DCDD-BBC3-1BEB-A34ADF6581F8}"/>
              </a:ext>
            </a:extLst>
          </p:cNvPr>
          <p:cNvSpPr txBox="1"/>
          <p:nvPr/>
        </p:nvSpPr>
        <p:spPr>
          <a:xfrm>
            <a:off x="1980352" y="4881172"/>
            <a:ext cx="2020148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DISTRICT MEMBER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7B0E9-86BA-3B46-4262-2D2118366D97}"/>
              </a:ext>
            </a:extLst>
          </p:cNvPr>
          <p:cNvSpPr txBox="1"/>
          <p:nvPr/>
        </p:nvSpPr>
        <p:spPr>
          <a:xfrm>
            <a:off x="2370668" y="6301318"/>
            <a:ext cx="4643966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3" dirty="0" err="1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Addl. Secretary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51057-DC24-EC4A-E747-4C5DF0376BC7}"/>
              </a:ext>
            </a:extLst>
          </p:cNvPr>
          <p:cNvSpPr txBox="1"/>
          <p:nvPr/>
        </p:nvSpPr>
        <p:spPr>
          <a:xfrm>
            <a:off x="2094652" y="3601798"/>
            <a:ext cx="4326467" cy="28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3" dirty="0">
                <a:solidFill>
                  <a:srgbClr val="3F42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Balaji Complex</a:t>
            </a:r>
            <a:endParaRPr lang="en-IN" sz="1263" dirty="0">
              <a:solidFill>
                <a:srgbClr val="3F42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18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204</TotalTime>
  <Words>8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 Modala</dc:creator>
  <cp:lastModifiedBy>Mani Modala</cp:lastModifiedBy>
  <cp:revision>8</cp:revision>
  <dcterms:created xsi:type="dcterms:W3CDTF">2025-11-08T07:55:55Z</dcterms:created>
  <dcterms:modified xsi:type="dcterms:W3CDTF">2025-11-13T04:59:02Z</dcterms:modified>
</cp:coreProperties>
</file>